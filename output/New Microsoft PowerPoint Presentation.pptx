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5CBBD-3848-D60D-DDAA-D9D264AD4D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C93D48-AE0E-872C-3A71-E874DDF2E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AD295C-0876-ADDE-2090-E0E5F3EFE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48D06-BF84-6A20-85E0-0BC6AFB42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25B8B-22CE-BA03-7D2F-3A1DA14ED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24917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24F58-3702-9080-EB98-7CDC5F0EF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8103AB-2411-8EA7-5FA1-38C3F68E4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125030-6602-6363-2613-F0E7A674D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7005B9-D8E1-C281-01F0-F3A534A23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4DAB2A-37CC-48B3-3DBC-DB2158E6A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1567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638AC-812C-403F-B9F8-6803644B4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58F90-73A2-98E6-0DE4-A96BF84A4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40B1B-0EF4-605B-F3E0-4A56A6B9B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14472-C9A7-E2FE-B5B9-EDE9F1745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6627A-894B-5C52-3AD2-8D29B9FF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470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7F92DE-2E9A-DA42-6B21-C8420350C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2CAED2-63E4-267A-813C-3C1B16DBBA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FF8420-EF66-D5F6-416D-0BFF9323A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85229-DC2D-9088-B2B2-AA2AEABCE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B5EF69-BCBA-EAC6-4C72-2B28DDD1D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D10573-F461-F01F-953C-832FF9CF2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5596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CE54FF-6159-23B5-63C6-0EDBE6F4C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20D9D4-25CF-06DC-7FE3-0CD82D4FA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B381C-52B8-4FD4-AD7A-FD3643DC33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79746-BE5A-2651-8696-A6BD813B07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69D9D5-9864-126B-82B6-D444985F53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504665-798F-7498-CBD5-AF31BF992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7BBF8F-6FED-6869-0A61-24CED23753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53323F-E4EC-D15F-BBC4-F39390A02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149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80A3F-EB2A-D4B5-5EB2-0EC3737A5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125892-A5C5-2796-249F-270E19FEC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C25102-9382-7250-C399-000DC2FC1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0F5837-DB79-FDBA-2C17-61EDE6783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65706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338DBB-EBEF-EBC0-9DE4-C8F31B51B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34B5DC-2C00-3DEB-D1B9-33FC47015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CA3D2-D763-96FD-E8BF-B1B860EA6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67597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191076-C749-FB34-5844-0A205274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A56D6-0E50-3E4E-13DE-73E52BB2CE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E035CB-33D0-2696-FCB3-EF7104D63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3A3C4D-A2EA-163C-5B59-A7F598D63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3B55B0-B58C-AF11-017C-73BE2CCA3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EA47B-391B-F5CE-8AAC-21B63FF89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03310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A0E6F-8439-E32C-7F5E-59A598CAB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D93DCA-3DE3-570D-2C03-7995AB1970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9E23A6-DD50-747E-F7E8-89189CED96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C7B1BC-F781-FE72-9487-84D94F02F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92C719-761F-BF5D-CC3D-B2A42EEC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EF882-CAC3-B1C2-7865-E69FDE32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78258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48105C-8F94-112E-E348-3BBAAD5E6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FD1CE5-030B-B5C2-A0D7-72D19A5F32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E9C74-F555-52B9-7514-35B42924F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E452E-99F1-37A6-A761-EBB672444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3DF1F-7F0E-AB87-E75F-542969D7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56573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9F4B69-4480-5711-A89A-4A6C9656AF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F60F8-B660-AC24-FDE2-5658CD476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2ADE09-D4AC-53F9-9AF0-0BB155F61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EEBE9-4B78-FD78-4B52-979E29631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466A2-E906-98ED-8A2E-E874D4B5D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20769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470FE6-65C0-4AAB-887E-B6A536D73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13FE8-8BD7-1DF9-8B43-26C4644EB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84E334-58C6-2F57-D49C-B70FDAE75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30DFBC-5482-448C-9239-96FBB4937B25}" type="datetimeFigureOut">
              <a:rPr lang="en-ID" smtClean="0"/>
              <a:t>05/07/2026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6FD27-C1FA-ED44-0446-C4E3A26B8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94A79-1EA5-FDE0-C69B-0F6FB3027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1D128D-5C62-428C-890F-028A272E3200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15895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AEDEF31-C9D2-6165-B08F-594462976541}"/>
              </a:ext>
            </a:extLst>
          </p:cNvPr>
          <p:cNvSpPr/>
          <p:nvPr/>
        </p:nvSpPr>
        <p:spPr>
          <a:xfrm>
            <a:off x="2047875" y="295275"/>
            <a:ext cx="6438900" cy="5886451"/>
          </a:xfrm>
          <a:prstGeom prst="ellipse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06113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spinxsnake3@gmail.com</dc:creator>
  <cp:lastModifiedBy>spinxsnake3@gmail.com</cp:lastModifiedBy>
  <cp:revision>2</cp:revision>
  <dcterms:created xsi:type="dcterms:W3CDTF">2026-07-05T13:06:23Z</dcterms:created>
  <dcterms:modified xsi:type="dcterms:W3CDTF">2026-07-05T14:34:01Z</dcterms:modified>
</cp:coreProperties>
</file>