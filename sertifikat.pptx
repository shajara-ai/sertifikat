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1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3C9AF-BAA1-6AEA-FEF8-BA73961FB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4BC81-47D5-76AB-E9A6-3F2C67A34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F9E9-D88E-4E1E-2C1E-6129A79D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75BE-9BB2-45B3-AA97-CAA9A35A5FA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2F3BB-C4FC-D7F7-E522-D24614E7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E8076-DDDA-57A5-A81B-FF32D1B9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2A07-E011-4D7C-8B01-764464FAE80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259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B3D78-AC48-04D7-74A6-9CC9A37D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AD01B-F684-0CB2-D38E-AE0CC9777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6C30B-2D0F-FCC5-2267-8F686EC1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75BE-9BB2-45B3-AA97-CAA9A35A5FA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C48AE-F2F6-4A9C-CE7A-F9EB800B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C8CC7-7429-BC11-98DE-A2B13FE2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2A07-E011-4D7C-8B01-764464FAE80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27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C0A6-1388-019B-7CC9-4CD317399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0B3D0-8B17-A429-172F-EA3E7205F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62AD-70B9-9444-E5AB-4B550E2DA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75BE-9BB2-45B3-AA97-CAA9A35A5FA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4B52A-E251-368D-28EE-8556045A9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8D967-9A1D-8BF3-13E9-2CEF04E0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2A07-E011-4D7C-8B01-764464FAE80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1141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9331-2419-D58D-C79E-61D875ED5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E81EB-8093-6038-14F9-03BA2A572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F1114-9225-0A59-9C0A-58F76F9B2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B9DD5-30D1-FA7A-92DC-6204680FE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75BE-9BB2-45B3-AA97-CAA9A35A5FA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EECC2-6098-DC14-755F-1E473F39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DC8F5-9186-B261-88FB-528431824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2A07-E011-4D7C-8B01-764464FAE80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884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D2D4-D374-A3B0-FC8E-3C700E321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16584-4689-454A-6762-64ADD2F64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07774-1F3E-EAFF-3C03-EF80DFF59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4F07C-AD9A-B06C-DCDA-11C03E274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D6CB68-C0FE-FF75-6A41-A75C2DC14B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0FDEEA-6496-6D29-F83C-41E5983F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75BE-9BB2-45B3-AA97-CAA9A35A5FA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993AB8-A73E-8BBC-28EF-B6384249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82A1F-A5C8-D66A-B928-BE463741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2A07-E011-4D7C-8B01-764464FAE80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1528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D325-415A-2C58-60D4-3E50E020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9778C-1F7D-5256-CDCA-679164A3A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75BE-9BB2-45B3-AA97-CAA9A35A5FA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EFAE6-73AB-88F2-C276-C8CF216FF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FB75C-8804-5407-5892-B8596D453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2A07-E011-4D7C-8B01-764464FAE80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416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88D477-D16E-3916-BE01-C2F1980A8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75BE-9BB2-45B3-AA97-CAA9A35A5FA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7EDC4F-05E7-356D-CE3E-831E4A234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0E834-40DA-3057-9B05-6933F16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2A07-E011-4D7C-8B01-764464FAE80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6708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EC82-3375-CA36-BFF5-A15E6C30B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C6124-36D2-1B52-BFF4-8427A482A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7DCCD-5D09-0700-9436-77C7A973E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3DD90-B98F-54E9-4D29-C3391F8A8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75BE-9BB2-45B3-AA97-CAA9A35A5FA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3C929-BFA6-FB02-F261-97A046A6D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F7EC6-83B0-0256-6D6A-CD67324DB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2A07-E011-4D7C-8B01-764464FAE80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4689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63BD-5AA1-EA81-7C21-2B5FDC41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17CCB-D4BC-5EC6-54FA-D93E10562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6B18E-2DF9-686A-E50F-EDB390D9F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B69BF-9A71-04BA-C954-F3B2396D9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75BE-9BB2-45B3-AA97-CAA9A35A5FA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FC598-3CAF-D674-B2EF-D527251F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D092B-DFE0-E047-6513-19C2EC9E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2A07-E011-4D7C-8B01-764464FAE80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038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D2A36-716F-0B56-E128-945F9A2A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F20F6-C1E9-84FB-E856-A049938E0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22807-4348-6988-1656-32E684788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75BE-9BB2-45B3-AA97-CAA9A35A5FA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9D6F5-FF71-E96C-3087-B4D67660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2B2D8-8872-4ECA-121C-25EBE68D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2A07-E011-4D7C-8B01-764464FAE80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8616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96AE89-6DEA-28F6-29FC-C61E4A341A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47B0A-788E-806E-615D-0E2941463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8F358-97A3-E13C-D37B-DEEF64E59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75BE-9BB2-45B3-AA97-CAA9A35A5FA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22A3F-93FC-EF64-7863-4469ABFC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F814A-4D53-FA34-D302-4075C7FE3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2A07-E011-4D7C-8B01-764464FAE80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8343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6CFC34-CEEA-627D-A7FB-CEA8DA2A0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37843-13EA-8409-15F9-0986E0636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652E9-3709-DD70-B335-E8336F66D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D175BE-9BB2-45B3-AA97-CAA9A35A5FA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3A0C-B5F2-6E1E-BBEA-93102C73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52D6B-EFAD-BE40-6D60-E83BC2BE2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62A07-E011-4D7C-8B01-764464FAE80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036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F52989-41C3-2968-F52E-06CBF0AB3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90575"/>
            <a:ext cx="9144000" cy="453609"/>
          </a:xfrm>
        </p:spPr>
        <p:txBody>
          <a:bodyPr/>
          <a:lstStyle/>
          <a:p>
            <a:r>
              <a:rPr lang="id-ID" dirty="0"/>
              <a:t>{NomorSertifikat}</a:t>
            </a:r>
          </a:p>
          <a:p>
            <a:endParaRPr lang="id-ID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D764C47-40DB-924D-6484-F60F7181C1CA}"/>
              </a:ext>
            </a:extLst>
          </p:cNvPr>
          <p:cNvSpPr txBox="1">
            <a:spLocks/>
          </p:cNvSpPr>
          <p:nvPr/>
        </p:nvSpPr>
        <p:spPr>
          <a:xfrm>
            <a:off x="1524000" y="1647513"/>
            <a:ext cx="9144000" cy="453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{Penerima}</a:t>
            </a:r>
          </a:p>
          <a:p>
            <a:endParaRPr lang="id-ID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5B8AA3C-9066-41BA-50DE-E17EE4454C50}"/>
              </a:ext>
            </a:extLst>
          </p:cNvPr>
          <p:cNvSpPr txBox="1">
            <a:spLocks/>
          </p:cNvSpPr>
          <p:nvPr/>
        </p:nvSpPr>
        <p:spPr>
          <a:xfrm>
            <a:off x="1524000" y="2101122"/>
            <a:ext cx="9144000" cy="453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{Sebagai}</a:t>
            </a:r>
          </a:p>
          <a:p>
            <a:endParaRPr lang="id-ID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7F0D01F-F86D-461B-01CF-F24618AC2750}"/>
              </a:ext>
            </a:extLst>
          </p:cNvPr>
          <p:cNvSpPr txBox="1">
            <a:spLocks/>
          </p:cNvSpPr>
          <p:nvPr/>
        </p:nvSpPr>
        <p:spPr>
          <a:xfrm>
            <a:off x="1524000" y="2554731"/>
            <a:ext cx="9144000" cy="453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{Kegiatan}</a:t>
            </a:r>
          </a:p>
          <a:p>
            <a:endParaRPr lang="id-ID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CBFE189-7CAE-7FB6-D140-D042424301DE}"/>
              </a:ext>
            </a:extLst>
          </p:cNvPr>
          <p:cNvSpPr txBox="1">
            <a:spLocks/>
          </p:cNvSpPr>
          <p:nvPr/>
        </p:nvSpPr>
        <p:spPr>
          <a:xfrm>
            <a:off x="7225258" y="3582649"/>
            <a:ext cx="3250367" cy="2773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{QR1}</a:t>
            </a:r>
          </a:p>
          <a:p>
            <a:endParaRPr lang="id-ID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37192DC-94AC-9657-716B-C8C1CF4C511D}"/>
              </a:ext>
            </a:extLst>
          </p:cNvPr>
          <p:cNvSpPr txBox="1">
            <a:spLocks/>
          </p:cNvSpPr>
          <p:nvPr/>
        </p:nvSpPr>
        <p:spPr>
          <a:xfrm>
            <a:off x="3974891" y="3582648"/>
            <a:ext cx="3250367" cy="2773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{QR2}</a:t>
            </a:r>
          </a:p>
          <a:p>
            <a:endParaRPr lang="id-ID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D640F27-856E-0F13-4581-C5EB1E4CB368}"/>
              </a:ext>
            </a:extLst>
          </p:cNvPr>
          <p:cNvSpPr txBox="1">
            <a:spLocks/>
          </p:cNvSpPr>
          <p:nvPr/>
        </p:nvSpPr>
        <p:spPr>
          <a:xfrm>
            <a:off x="724524" y="3582648"/>
            <a:ext cx="3250367" cy="2773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{QR3}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56803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spinxsnake3@gmail.com</dc:creator>
  <cp:lastModifiedBy>spinxsnake3@gmail.com</cp:lastModifiedBy>
  <cp:revision>3</cp:revision>
  <dcterms:created xsi:type="dcterms:W3CDTF">2026-07-05T08:49:13Z</dcterms:created>
  <dcterms:modified xsi:type="dcterms:W3CDTF">2026-07-05T11:50:28Z</dcterms:modified>
</cp:coreProperties>
</file>